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Shape 1"/>
          <p:cNvSpPr/>
          <p:nvPr/>
        </p:nvSpPr>
        <p:spPr>
          <a:xfrm>
            <a:off x="11384280" y="3200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0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{TECH: EUROPE} × VEED HACKATHON  ·  THE SUMMER LOCK-IN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822960"/>
            <a:ext cx="4754880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5577840"/>
            <a:ext cx="4754880" cy="457200"/>
          </a:xfrm>
          <a:prstGeom prst="rect">
            <a:avLst/>
          </a:prstGeom>
          <a:solidFill>
            <a:srgbClr val="0B0F1A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5650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HUMANOID ROBOTICS IN HEALTH TRAINING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93408" y="822960"/>
            <a:ext cx="36576" cy="5212080"/>
          </a:xfrm>
          <a:prstGeom prst="rect">
            <a:avLst/>
          </a:prstGeom>
          <a:solidFill>
            <a:srgbClr val="38E1F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54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ViralForge AI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502920" y="2606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Autonomous AI Creative Director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02920" y="32918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topic. It discovers the opportunity, researches it, understands it,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creative strategy, generates three videos, judges them,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delivers the best publish-ready 9:16 social video.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2920" y="5029200"/>
            <a:ext cx="5623560" cy="868680"/>
          </a:xfrm>
          <a:prstGeom prst="roundRect">
            <a:avLst>
              <a:gd name="adj" fmla="val 10526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51389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ViralForge AI
</a:t>
            </a:r>
            <a:pPr indent="0" marL="0">
              <a:lnSpc>
                <a:spcPts val="2400"/>
              </a:lnSpc>
              <a:buNone/>
            </a:pPr>
            <a:r>
              <a:rPr lang="en-US" sz="12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Shape 1"/>
          <p:cNvSpPr/>
          <p:nvPr/>
        </p:nvSpPr>
        <p:spPr>
          <a:xfrm>
            <a:off x="11384280" y="3200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0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Creators are losing the attention race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social video means catching a trend while it is still rising — then shipping a polished, captioned, vertical video before the moment dies. Today that race is unwinnable by hand.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2880360"/>
            <a:ext cx="566928" cy="56692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Trends decay in hours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2461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creator spots a rising story, briefs an editor, and ships, the spike is gone. Speed is the whole game.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2880360"/>
            <a:ext cx="566928" cy="56692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32320" y="28072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 disconnected tools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132320" y="32461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script, image, video, voiceover, music, captions, edit — every step is a different app, login, and export.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4709160"/>
            <a:ext cx="566928" cy="56692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46360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guesswork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08760" y="5074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hook? Which story? Which CTA? Creators bet on gut feel and only learn after the post flops.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26480" y="4434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4709160"/>
            <a:ext cx="566928" cy="56692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46360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learning loop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132320" y="5074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carries forward. Video #100 is made with the same blind process as video #1.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Shape 1"/>
          <p:cNvSpPr/>
          <p:nvPr/>
        </p:nvSpPr>
        <p:spPr>
          <a:xfrm>
            <a:off x="11384280" y="3200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0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prompt in, publish-ready video out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ViralForge is an autonomous creative director: a 10-step pipeline where specialized AI services research, write, generate, judge, and assemble a social video — with zero human handoffs.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38E1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" y="2660904"/>
            <a:ext cx="384048" cy="384048"/>
          </a:xfrm>
          <a:prstGeom prst="ellipse">
            <a:avLst/>
          </a:prstGeom>
          <a:solidFill>
            <a:srgbClr val="38E1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4712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" y="31181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scans the live web for rising stories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5146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38E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2660904"/>
            <a:ext cx="384048" cy="384048"/>
          </a:xfrm>
          <a:prstGeom prst="ellipse">
            <a:avLst/>
          </a:prstGeom>
          <a:solidFill>
            <a:srgbClr val="38E1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8386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59352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31181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GLiNER2 builds a trend knowledge 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5146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2660904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 18"/>
          <p:cNvSpPr/>
          <p:nvPr/>
        </p:nvSpPr>
        <p:spPr>
          <a:xfrm>
            <a:off x="631850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3992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18504" y="31181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picks the story + writes 3 hooks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251460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3144" y="2660904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5" name="Text 23"/>
          <p:cNvSpPr/>
          <p:nvPr/>
        </p:nvSpPr>
        <p:spPr>
          <a:xfrm>
            <a:off x="915314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28632" y="269748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53144" y="31181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 Media OS: hero image, B-roll, voice, music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20240" y="4087368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6544" y="4233672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Text 28"/>
          <p:cNvSpPr/>
          <p:nvPr/>
        </p:nvSpPr>
        <p:spPr>
          <a:xfrm>
            <a:off x="2066544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42032" y="427024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066544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 variants — A, B, 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087368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38E1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4233672"/>
            <a:ext cx="384048" cy="384048"/>
          </a:xfrm>
          <a:prstGeom prst="ellipse">
            <a:avLst/>
          </a:prstGeom>
          <a:solidFill>
            <a:srgbClr val="38E1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01184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76672" y="427024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01184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scores every cut, learns from losers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0" y="4087368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5875">
            <a:solidFill>
              <a:srgbClr val="38E1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35824" y="4233672"/>
            <a:ext cx="384048" cy="384048"/>
          </a:xfrm>
          <a:prstGeom prst="ellipse">
            <a:avLst/>
          </a:prstGeom>
          <a:solidFill>
            <a:srgbClr val="38E1FF"/>
          </a:solidFill>
          <a:ln/>
        </p:spPr>
      </p:sp>
      <p:sp>
        <p:nvSpPr>
          <p:cNvPr id="40" name="Text 38"/>
          <p:cNvSpPr/>
          <p:nvPr/>
        </p:nvSpPr>
        <p:spPr>
          <a:xfrm>
            <a:off x="7735824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11312" y="427024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E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735824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VEED (via fal) captions + renders the winner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5806440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F5A524"/>
          </a:solidFill>
          <a:ln/>
        </p:spPr>
      </p:sp>
      <p:sp>
        <p:nvSpPr>
          <p:cNvPr id="44" name="Text 42"/>
          <p:cNvSpPr/>
          <p:nvPr/>
        </p:nvSpPr>
        <p:spPr>
          <a:xfrm>
            <a:off x="777240" y="58064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pPr indent="0" marL="0">
              <a:buNone/>
            </a:pPr>
            <a:r>
              <a:rPr lang="en-US" sz="1600" b="1" dirty="0">
                <a:solidFill>
                  <a:srgbClr val="1A1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Publish-ready 9:16 vertical video — voiced, captioned, scored, and assembled in one run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Shape 1"/>
          <p:cNvSpPr/>
          <p:nvPr/>
        </p:nvSpPr>
        <p:spPr>
          <a:xfrm>
            <a:off x="11384280" y="3200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0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· WHY IT IS OUTSTANDING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pipeline that judges itself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83080"/>
            <a:ext cx="64008" cy="128016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92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0.71 → 0.89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Pioneer beats its base model on social-video quality — closing on the 0.91 frontier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264408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264408"/>
            <a:ext cx="64008" cy="128016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741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→ 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production steps collapsed into a single click — research to render with no handoffs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745736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745736"/>
            <a:ext cx="64008" cy="128016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554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 A/B/C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" y="5458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three full creative variants and a scored winner — not one blind guess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— POWERFUL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267712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22539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21284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Fine-Tune Lab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thousands of GOOD vs BAD hook / story / CTA pairs to train the Social Video Intelligence Model — benchmarked live in-app.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12724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113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07238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Mission Control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Three Fiber command center: the trend knowledge graph floats in 3D, variants play in a spatial theatre, the camera follows each stage.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986784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9730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931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 as the Media OS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fans out image, video, voice, and music jobs in parallel — plus VEED Subtitles and Fabric 1.0, billed through fal.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846320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8326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Self-evaluating judge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scores hook, story, visuals, and CTA per variant, explains the verdict, and feeds failures back into the next run.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5705856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692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5650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Never-fail demo design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stage ships an on-topic bundled fallback — the full story completes even when an API credit runs dry.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524"/>
          </a:solidFill>
          <a:ln/>
        </p:spPr>
      </p:sp>
      <p:sp>
        <p:nvSpPr>
          <p:cNvPr id="3" name="Shape 1"/>
          <p:cNvSpPr/>
          <p:nvPr/>
        </p:nvSpPr>
        <p:spPr>
          <a:xfrm>
            <a:off x="11384280" y="320040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0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VIRALFORGE AI  ·  {TECH: EUROPE} × VEED HACKATHON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6766560" cy="1737360"/>
          </a:xfrm>
          <a:prstGeom prst="roundRect">
            <a:avLst>
              <a:gd name="adj" fmla="val 5263"/>
            </a:avLst>
          </a:prstGeom>
          <a:solidFill>
            <a:srgbClr val="141D31"/>
          </a:solidFill>
          <a:ln w="12700">
            <a:solidFill>
              <a:srgbClr val="263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062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ViralForge AI
</a:t>
            </a:r>
            <a:pPr indent="0" marL="0">
              <a:lnSpc>
                <a:spcPts val="2600"/>
              </a:lnSpc>
              <a:buNone/>
            </a:pPr>
            <a:r>
              <a:rPr lang="en-US" sz="12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2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Elshahaby
</a:t>
            </a:r>
            <a:pPr indent="0" marL="0">
              <a:lnSpc>
                <a:spcPts val="2600"/>
              </a:lnSpc>
              <a:buNone/>
            </a:pPr>
            <a:r>
              <a:rPr lang="en-US" sz="1200" b="1" spc="200" kern="0" dirty="0">
                <a:solidFill>
                  <a:srgbClr val="3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· GLiNER2 · Pioneer · fal · VEED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topic. It does the rest.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2026-08-22T15:41:11Z</dcterms:created>
  <dcterms:modified xsi:type="dcterms:W3CDTF">2026-08-22T15:41:11Z</dcterms:modified>
</cp:coreProperties>
</file>